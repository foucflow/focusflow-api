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9" r:id="rId11"/>
    <p:sldId id="260" r:id="rId12"/>
    <p:sldId id="261" r:id="rId13"/>
    <p:sldId id="262" r:id="rId14"/>
    <p:sldId id="263" r:id="rId15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asics" id="{00000000-0000-0000-0000-000000000001}">
          <p14:sldIdLst>
            <p14:sldId id="256"/>
            <p14:sldId id="257"/>
            <p14:sldId id="259"/>
          </p14:sldIdLst>
        </p14:section>
        <p14:section name="Going deeper" id="{00000000-0000-0000-0000-000000000002}">
          <p14:sldIdLst>
            <p14:sldId id="260"/>
            <p14:sldId id="261"/>
            <p14:sldId id="262"/>
            <p14:sldId id="263"/>
            <p14:sldId id="25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calls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students what happens without a base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ocs.python.org/3/tutorial/" TargetMode="External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Recursion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Lecture 3 · Introduction to Programming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we need a base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Every recursive function must stop</a:t>
            </a:r>
          </a:p>
          <a:p>
            <a:r>
              <a:t>The </a:t>
            </a:r>
            <a:r>
              <a:rPr b="1"/>
              <a:t>base case</a:t>
            </a:r>
            <a:r>
              <a:t> answers the smallest problem directly</a:t>
            </a:r>
          </a:p>
          <a:p>
            <a:pPr lvl="1"/>
            <a:r>
              <a:t>factorial(0) = 1</a:t>
            </a:r>
          </a:p>
          <a:p>
            <a:r>
              <a:t>Without it you get a </a:t>
            </a:r>
            <a:r>
              <a:rPr i="1"/>
              <a:t>stack overflow</a:t>
            </a:r>
          </a:p>
          <a:p>
            <a:r>
              <a:rPr>
                <a:hlinkClick r:id="rId2"/>
              </a:rPr>
              <a:t>Read more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Factorial in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latin typeface="Consolas"/>
              </a:rPr>
              <a:t>def fact(n):</a:t>
            </a:r>
          </a:p>
          <a:p>
            <a:r>
              <a:rPr>
                <a:latin typeface="Consolas"/>
              </a:rPr>
              <a:t>    if n == 0:</a:t>
            </a:r>
          </a:p>
          <a:p>
            <a:r>
              <a:rPr>
                <a:latin typeface="Consolas"/>
              </a:rPr>
              <a:t>        return 1</a:t>
            </a:r>
          </a:p>
          <a:p>
            <a:r>
              <a:rPr>
                <a:latin typeface="Consolas"/>
              </a:rPr>
              <a:t>    return n * fact(n - 1)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call stack</a:t>
            </a:r>
          </a:p>
        </p:txBody>
      </p:sp>
      <p:pic>
        <p:nvPicPr>
          <p:cNvPr id="3" name="Picture 2" descr="Stack of four fact() call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5486400" cy="3657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6400800"/>
            <a:ext cx="18288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Calls for fact(3)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r>
                        <a:t>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Returns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fact(1)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fact(3)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recursion unwinds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Each call waits for the one below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fact(3)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27432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fact(2)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43200" y="3200400"/>
            <a:ext cx="914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Calls grow with 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Extra: memoisation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Only if time allows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